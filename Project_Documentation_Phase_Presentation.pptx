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B"/>
                </a:solidFill>
              </a:defRPr>
            </a:pPr>
            <a:r>
              <a:t>Project Documentation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Creating and maintaining clear records about the software project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Documentation Phase focuses on preparing, organizing and maintaining information about the software project.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Documentation records requirements, design decisions, development details, testing results and user instructions.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provides a common reference for developers, testers, users and project managers.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make the project understandable, maintainable and easier to manage.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2. Objectives of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Record important project information in a structured form.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 clear guidance to developers and users.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Support testing, maintenance and future enhancements.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 communication among project stakeholders.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Preserve technical knowledge and project decisions.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Make the software easier to understand and operate.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3. Types of Project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Requirement Documentation – records what the system should do.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Design Documentation – explains architecture, modules, database and interfaces.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Technical Documentation – describes code, APIs, configuration and technical setup.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Testing Documentation – contains test cases, results and defect information.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User Documentation – provides instructions for using the software.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Project Management Documentation – includes plans, schedules, reports and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4. Requirement &amp; Design 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Requirement documents describe functional and non-functional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They help developers and testers understand expected system behavior.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Design documents explain system architecture, database structure, interfaces and modules.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Diagrams such as UML, ER and data-flow diagrams can support the written description.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These documents should be updated when approved changes occur.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5. Technical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Technical documentation explains how the software is built and maintained.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It may include: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Programming languages and frameworks.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Database structure and configuration.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API details and integrations.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Installation and deployment steps.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Configuration settings and dependencies.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Good technical documentation reduces dependency on individual team members.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6. Testing &amp; User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Testing documentation records test scenarios, test cases, results and defects.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provides evidence of what was tested and what issues were found.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User documentation explains how users can install, access and operate the system.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may include user guides, FAQs, troubleshooting steps and screenshots.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Both documents should be clear, accurate and easy to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7. Documentation Standards &amp;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 clear and simple language.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Follow a consistent format, naming style and structure.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Keep documents version-controlled and organized.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Update documentation when important changes are made.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Avoid unnecessary duplication and outdated information.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Review documents regularly for accuracy and completeness.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8. Documentation Maintenance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Documentation is not created only at the end of a project.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should be maintained throughout the software life cycle.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When requirements, design, code or tests change, related documents should also be reviewed.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Version history helps track important changes.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Regular maintenance keeps project knowledge reliable and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9. Example – Online Library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Requirement document: explains login, book search and issue/return requirements.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Design document: describes modules, database tables and system architecture.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Technical document: explains installation, database configuration and APIs.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Testing document: records test cases, results and defects.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User guide: explains how students and librarians use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10. Importance of Project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Makes the project easier to understand and maintain.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Supports onboarding of new team members.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Reduces communication gaps and knowledge loss.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troubleshoot and resolve technical issues.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Supports future upgrades, testing and maintenance.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Provides a reliable reference throughout the software life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Project Documentation is an essential part of successful software development.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records requirements, design, technical details, testing information and user instructions.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Clear and updated documentation improves communication, maintenance and future development.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Good documentation preserves project knowledge and supports the complete software life cycle.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