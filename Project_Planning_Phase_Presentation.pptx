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B"/>
                </a:solidFill>
              </a:defRPr>
            </a:pPr>
            <a:r>
              <a:t>Project Planning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Planning the work, resources, schedule and risks before development begins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Planning Phase is an important stage of software project management.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defines what has to be done, who will do it, when it should be completed and what resources are needed.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plan acts as a roadmap for the project team.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complete the project within the planned scope, time, cost and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2. Objectives of Project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Define the project scope and goals.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Estimate time, cost and required resources.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Assign responsibilities to team members.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Prepare a realistic project schedule.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Identify possible risks and mitigation actions.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Establish a clear basis for monitoring and controlling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3. Major Planning Activities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1. Define Scope – identify deliverables, boundaries and objectives.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2. Work Breakdown – divide the project into smaller tasks.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3. Effort &amp; Cost Estimation – estimate time, people and budget.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4. Resource Planning – identify people, tools and infrastructure.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5. Scheduling – arrange tasks and milestones.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6. Risk Planning – identify and prepare for possible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4. Project Scope &amp; Work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Project scope describes what is included and excluded from the project.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Work Breakdown Structure (WBS) divides the project into manageable activities.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Example: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Requirement Analysis → Design → Coding → Testing → Deployment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Breaking work into smaller tasks makes estimation and tracking easier.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5. Time &amp; Cost Estimation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Time estimation predicts how long each task may take.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Cost estimation predicts the money required for people, tools, infrastructure and other expenses.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Estimates should consider task complexity, team experience and available resources.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Regular review is useful because estimates may change as the project progresses.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6. Resource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Human Resources – developers, testers, designers and project managers.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Software Resources – IDEs, databases, testing tools and project-management tools.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Hardware Resources – computers, servers and network equipment.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Financial Resources – project budget and operational costs.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Resources should be allocated according to project tasks and priorities.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7. Project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Scheduling defines when activities start and finish.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schedule can include tasks, duration, dependencies, milestones and deadlines.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Common tools include Gantt charts and network diagrams.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good schedule helps the team track progress and identify delays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8. Risk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risk is a possible event that may affect project objectives.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Common risks: requirement changes, technical problems, resource shortage and schedule delays.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Risk management steps: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Identify the risk.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Analyze its possible impact.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Plan a response or mitigation.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Monitor the risk throughout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9. Example – Online Library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develop an online system for managing books and student transactions.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Tasks: requirements → UI/database design → coding → testing → deployment.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Resources: developers, tester, database, development tools and server.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Risks: changing requirements, database issues and schedule delays.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Milestones can be set after design, coding, testing and final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10. Importance of Project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Provides clear direction to the project team.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control time, cost and resources.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Improves communication and responsibility assignment.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Helps identify risks before they become major problems.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Makes project progress easier to measure and control.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Increases the chance of delivering the required system successfully.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Project Planning converts project goals into an organized plan of action.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covers scope, tasks, estimates, resources, schedule and risks.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realistic plan helps the team work systematically and respond to changes.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Effective planning provides a strong foundation for successful software development.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