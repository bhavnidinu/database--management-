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84" r:id="rId1"/>
  </p:sldMasterIdLst>
  <p:notesMasterIdLst>
    <p:notesMasterId r:id="rId2"/>
  </p:notesMasterIdLst>
  <p:sldIdLst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8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4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TextBox 2"/>
          <p:cNvSpPr txBox="1"/>
          <p:nvPr/>
        </p:nvSpPr>
        <p:spPr>
          <a:xfrm>
            <a:off x="640080" y="411480"/>
            <a:ext cx="4268064" cy="5994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3400">
                <a:solidFill>
                  <a:srgbClr val="1F375B"/>
                </a:solidFill>
              </a:defRPr>
            </a:pPr>
            <a:r>
              <a:t>Project Design Phase</a:t>
            </a:r>
          </a:p>
        </p:txBody>
      </p:sp>
      <p:sp>
        <p:nvSpPr>
          <p:cNvPr id="104858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TextBox 4"/>
          <p:cNvSpPr txBox="1"/>
          <p:nvPr/>
        </p:nvSpPr>
        <p:spPr>
          <a:xfrm>
            <a:off x="914400" y="1600200"/>
            <a:ext cx="10332720" cy="12725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Software Engineering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Transforming requirements into a detailed system design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Seminar Presentation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7" name=""/>
        <p:cNvGrpSpPr/>
        <p:nvPr/>
      </p:nvGrpSpPr>
      <p:grpSpPr>
        <a:xfrm/>
      </p:grpSpPr>
      <p:sp>
        <p:nvSpPr>
          <p:cNvPr id="104858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0" name="TextBox 2"/>
          <p:cNvSpPr txBox="1"/>
          <p:nvPr/>
        </p:nvSpPr>
        <p:spPr>
          <a:xfrm>
            <a:off x="640080" y="411480"/>
            <a:ext cx="2465408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1. Introduction</a:t>
            </a:r>
          </a:p>
        </p:txBody>
      </p:sp>
      <p:sp>
        <p:nvSpPr>
          <p:cNvPr id="104859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2" name="TextBox 4"/>
          <p:cNvSpPr txBox="1"/>
          <p:nvPr/>
        </p:nvSpPr>
        <p:spPr>
          <a:xfrm>
            <a:off x="914400" y="1600200"/>
            <a:ext cx="10332720" cy="22631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Project Design Phase is the stage where approved requirements are converted into a technical design.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explains how the system will be structured, how components will interact and how data will flow.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design becomes a blueprint for developers before coding begins.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Goal: create a clear, efficient and maintainable solution.</a:t>
            </a:r>
          </a:p>
        </p:txBody>
      </p:sp>
      <p:sp>
        <p:nvSpPr>
          <p:cNvPr id="1048593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8" name=""/>
        <p:cNvGrpSpPr/>
        <p:nvPr/>
      </p:nvGrpSpPr>
      <p:grpSpPr>
        <a:xfrm/>
      </p:grpSpPr>
      <p:sp>
        <p:nvSpPr>
          <p:cNvPr id="104859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TextBox 2"/>
          <p:cNvSpPr txBox="1"/>
          <p:nvPr/>
        </p:nvSpPr>
        <p:spPr>
          <a:xfrm>
            <a:off x="640080" y="411480"/>
            <a:ext cx="5028526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2. Objectives of Project Design</a:t>
            </a:r>
          </a:p>
        </p:txBody>
      </p:sp>
      <p:sp>
        <p:nvSpPr>
          <p:cNvPr id="104859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7" name="TextBox 4"/>
          <p:cNvSpPr txBox="1"/>
          <p:nvPr/>
        </p:nvSpPr>
        <p:spPr>
          <a:xfrm>
            <a:off x="914400" y="1600200"/>
            <a:ext cx="10332720" cy="24917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Define the overall structure of the system.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Identify modules, components and their responsibilities.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Design the database and data flow.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Define user interfaces and system interfaces.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Improve performance, security, usability and maintainability.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Provide a clear plan for implementation and testing.</a:t>
            </a:r>
          </a:p>
        </p:txBody>
      </p:sp>
      <p:sp>
        <p:nvSpPr>
          <p:cNvPr id="1048598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9" name=""/>
        <p:cNvGrpSpPr/>
        <p:nvPr/>
      </p:nvGrpSpPr>
      <p:grpSpPr>
        <a:xfrm/>
      </p:grpSpPr>
      <p:sp>
        <p:nvSpPr>
          <p:cNvPr id="104859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0" name="TextBox 2"/>
          <p:cNvSpPr txBox="1"/>
          <p:nvPr/>
        </p:nvSpPr>
        <p:spPr>
          <a:xfrm>
            <a:off x="640080" y="411480"/>
            <a:ext cx="5491481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3. Main Activities in Design Phase</a:t>
            </a:r>
          </a:p>
        </p:txBody>
      </p:sp>
      <p:sp>
        <p:nvSpPr>
          <p:cNvPr id="104860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TextBox 4"/>
          <p:cNvSpPr txBox="1"/>
          <p:nvPr/>
        </p:nvSpPr>
        <p:spPr>
          <a:xfrm>
            <a:off x="914400" y="1600200"/>
            <a:ext cx="10332720" cy="20726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1. Architectural Design – define the overall system structure.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2. Data Design – define data, database tables and relationships.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3. Interface Design – design screens and communication between components.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4. Component Design – define the internal logic of each module.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5. Detailed Design – prepare specifications needed for coding.</a:t>
            </a:r>
          </a:p>
        </p:txBody>
      </p:sp>
      <p:sp>
        <p:nvSpPr>
          <p:cNvPr id="1048603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0" name=""/>
        <p:cNvGrpSpPr/>
        <p:nvPr/>
      </p:nvGrpSpPr>
      <p:grpSpPr>
        <a:xfrm/>
      </p:grpSpPr>
      <p:sp>
        <p:nvSpPr>
          <p:cNvPr id="104860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4. System Architecture Design</a:t>
            </a:r>
          </a:p>
        </p:txBody>
      </p:sp>
      <p:sp>
        <p:nvSpPr>
          <p:cNvPr id="104860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Architecture describes the major parts of a software system and how they work together.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Common layers include: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• Presentation Layer – user interface.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• Business Logic Layer – rules and processing.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• Data Layer – storage and database operations.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good architecture improves scalability, reliability and maintenance.</a:t>
            </a:r>
          </a:p>
        </p:txBody>
      </p:sp>
      <p:sp>
        <p:nvSpPr>
          <p:cNvPr id="104860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1" name=""/>
        <p:cNvGrpSpPr/>
        <p:nvPr/>
      </p:nvGrpSpPr>
      <p:grpSpPr>
        <a:xfrm/>
      </p:grpSpPr>
      <p:sp>
        <p:nvSpPr>
          <p:cNvPr id="104860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5. Database &amp; Data Design</a:t>
            </a:r>
          </a:p>
        </p:txBody>
      </p:sp>
      <p:sp>
        <p:nvSpPr>
          <p:cNvPr id="104861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Identify the data required by the system.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Define entities, attributes and relationships.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Create tables and keys for the database.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Reduce unnecessary data duplication.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Example: An online library may contain Student, Book and Issue/Return data.</a:t>
            </a:r>
          </a:p>
        </p:txBody>
      </p:sp>
      <p:sp>
        <p:nvSpPr>
          <p:cNvPr id="104861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2" name=""/>
        <p:cNvGrpSpPr/>
        <p:nvPr/>
      </p:nvGrpSpPr>
      <p:grpSpPr>
        <a:xfrm/>
      </p:grpSpPr>
      <p:sp>
        <p:nvSpPr>
          <p:cNvPr id="104861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6. User Interface Design</a:t>
            </a:r>
          </a:p>
        </p:txBody>
      </p:sp>
      <p:sp>
        <p:nvSpPr>
          <p:cNvPr id="104861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UI design focuses on how users interact with the software.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Important factors include: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Simple and clear navigation.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Consistent layout and controls.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Readable text and meaningful messages.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Easy input and error handling.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aim is to make the system understandable and convenient to use.</a:t>
            </a:r>
          </a:p>
        </p:txBody>
      </p:sp>
      <p:sp>
        <p:nvSpPr>
          <p:cNvPr id="104861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3" name=""/>
        <p:cNvGrpSpPr/>
        <p:nvPr/>
      </p:nvGrpSpPr>
      <p:grpSpPr>
        <a:xfrm/>
      </p:grpSpPr>
      <p:sp>
        <p:nvSpPr>
          <p:cNvPr id="104861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7. Design Principles</a:t>
            </a:r>
          </a:p>
        </p:txBody>
      </p:sp>
      <p:sp>
        <p:nvSpPr>
          <p:cNvPr id="104862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Modularity – divide the system into manageable modules.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Abstraction – focus on essential details and hide unnecessary complexity.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Encapsulation – keep related data and operations together.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Low Coupling – reduce unnecessary dependency between modules.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High Cohesion – keep closely related responsibilities together.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These principles make software easier to develop and maintain.</a:t>
            </a:r>
          </a:p>
        </p:txBody>
      </p:sp>
      <p:sp>
        <p:nvSpPr>
          <p:cNvPr id="104862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4" name=""/>
        <p:cNvGrpSpPr/>
        <p:nvPr/>
      </p:nvGrpSpPr>
      <p:grpSpPr>
        <a:xfrm/>
      </p:grpSpPr>
      <p:sp>
        <p:nvSpPr>
          <p:cNvPr id="104862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8. Design Documents &amp; Diagrams</a:t>
            </a:r>
          </a:p>
        </p:txBody>
      </p:sp>
      <p:sp>
        <p:nvSpPr>
          <p:cNvPr id="104862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Design information can be represented using diagrams and documents.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Common examples: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Architecture / Block Diagram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UML Class Diagram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Sequence Diagram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Data Flow Diagram (DFD)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Entity Relationship Diagram (ER Diagram)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These help developers understand the system before implementation.</a:t>
            </a:r>
          </a:p>
        </p:txBody>
      </p:sp>
      <p:sp>
        <p:nvSpPr>
          <p:cNvPr id="104862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5" name=""/>
        <p:cNvGrpSpPr/>
        <p:nvPr/>
      </p:nvGrpSpPr>
      <p:grpSpPr>
        <a:xfrm/>
      </p:grpSpPr>
      <p:sp>
        <p:nvSpPr>
          <p:cNvPr id="104862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9. Example – Online Library System</a:t>
            </a:r>
          </a:p>
        </p:txBody>
      </p:sp>
      <p:sp>
        <p:nvSpPr>
          <p:cNvPr id="104863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User logs in → searches for a book → checks availability → issues the book.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Possible modules: Login, Search, Book Management, Issue/Return and Reports.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Database stores student details, book details and transaction records.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design shows how modules, database and user interface communicate.</a:t>
            </a:r>
          </a:p>
        </p:txBody>
      </p:sp>
      <p:sp>
        <p:nvSpPr>
          <p:cNvPr id="104863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6" name=""/>
        <p:cNvGrpSpPr/>
        <p:nvPr/>
      </p:nvGrpSpPr>
      <p:grpSpPr>
        <a:xfrm/>
      </p:grpSpPr>
      <p:sp>
        <p:nvSpPr>
          <p:cNvPr id="104863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10. Importance of Project Design</a:t>
            </a:r>
          </a:p>
        </p:txBody>
      </p:sp>
      <p:sp>
        <p:nvSpPr>
          <p:cNvPr id="104863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Provides a clear blueprint for development.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Reduces coding errors and rework.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Helps developers understand responsibilities of each module.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Makes testing and maintenance easier.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Helps identify technical problems early.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Supports better quality and organized development.</a:t>
            </a:r>
          </a:p>
        </p:txBody>
      </p:sp>
      <p:sp>
        <p:nvSpPr>
          <p:cNvPr id="104863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7" name=""/>
        <p:cNvGrpSpPr/>
        <p:nvPr/>
      </p:nvGrpSpPr>
      <p:grpSpPr>
        <a:xfrm/>
      </p:grpSpPr>
      <p:sp>
        <p:nvSpPr>
          <p:cNvPr id="104863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11. Conclusion</a:t>
            </a:r>
          </a:p>
        </p:txBody>
      </p:sp>
      <p:sp>
        <p:nvSpPr>
          <p:cNvPr id="104864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Project Design Phase converts requirements into a practical technical blueprint.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defines architecture, data, interfaces and system components.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well-planned design makes implementation more systematic and manageable.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Good design is an important foundation for developing reliable software.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Thank You</a:t>
            </a:r>
          </a:p>
        </p:txBody>
      </p:sp>
      <p:sp>
        <p:nvSpPr>
          <p:cNvPr id="104864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RMX2151</dc:creator>
  <cp:lastModifiedBy>Steve Canny</cp:lastModifiedBy>
  <dcterms:created xsi:type="dcterms:W3CDTF">2013-01-26T22:14:16Z</dcterms:created>
  <dcterms:modified xsi:type="dcterms:W3CDTF">2026-10-01T10:25:06Z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8b4bd2466f3046939cf2ec44e06e7686_23</vt:lpwstr>
  </property>
</Properties>
</file>