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375B"/>
                </a:solidFill>
              </a:defRPr>
            </a:pPr>
            <a:r>
              <a:t>Project Testing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Software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Checking whether the developed software works correctly and meets requirements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</a:defRPr>
            </a:pPr>
            <a:r>
              <a:t>Seminar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1. 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Testing Phase is the stage where the developed software is systematically checked for defects.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Testing verifies whether the system behaves as expected under different conditions.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It helps identify errors before the software is released to users.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Goal: deliver a reliable system that satisfies the specified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2. Objectives of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Find defects and errors in the software.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Verify that functional requirements are satisfied.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Check performance, security, usability and reliability.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Ensure different modules work correctly together.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Reduce the risk of failures after release.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Provide confidence that the software is ready for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3. Testing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1. Test Planning – define scope, strategy, resources and schedule.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2. Test Case Design – prepare inputs, conditions and expected results.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3. Test Execution – run the test cases.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4. Defect Reporting – record failed tests and defects.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5. Defect Fixing &amp; Retesting – verify corrections.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6. Test Closure – summarize results and lessons learned.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4. Types of Software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Unit Testing – tests individual functions or modules.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Integration Testing – checks interaction between modules.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System Testing – tests the complete software system.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Acceptance Testing – checks whether the system meets user/business needs.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Regression Testing – ensures new changes have not broken existing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5. Functional &amp; Non-Functional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Functional Testing checks what the system does.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Examples: login, registration, search, payment and report generation.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Non-Functional Testing checks quality characteristics.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Examples: performance, security, usability, compatibility and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6.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test case describes how a particular feature will be checked.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Typical fields include: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Test Case ID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Test Scenario / Steps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Input Data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Expected Result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Actual Result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Pass / Fail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7. Defect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 defect is a problem that causes the software to behave differently from the expected result.</a:t>
            </a:r>
          </a:p>
          <a:p>
            <a:pPr>
              <a:spcAft>
                <a:spcPts val="900"/>
              </a:spcAft>
              <a:defRPr sz="2000" b="1">
                <a:solidFill>
                  <a:srgbClr val="1F375B"/>
                </a:solidFill>
              </a:defRPr>
            </a:pPr>
            <a:r>
              <a:t>Typical defect process: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Identify and reproduce the issue.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Record the defect with relevant details.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Developer fixes the issue.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Tester retests the fix.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• Close the defect when the expected behavior is 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8. Example – Online Library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 Login: valid and invalid student credentials.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 Search: search for available and unavailable books.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 Issue/Return: verify correct book and student records.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 Reports: check whether transaction details are displayed correctly.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Integration testing verifies that the UI, application logic and database work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9. Importance of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Improves software quality and reliability.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Finds defects before they affect end users.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Checks whether requirements are correctly implemented.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Reduces maintenance problems and unexpected failures.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Improves user confidence and overall product quality.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Supports a safer and more controlled software release.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10.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Start testing early and continue throughout development.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Write clear and traceable test cases.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 both normal and unexpected inputs.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Automate repetitive tests when appropriate.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Prioritize critical and high-risk features.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Retest fixes and perform regression testing after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7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B"/>
                </a:solidFill>
              </a:defRPr>
            </a:pPr>
            <a:r>
              <a:t>11.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The Project Testing Phase ensures that the developed software is correct, reliable and ready for use.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Testing includes planning, test-case execution, defect management and retesting.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Different testing levels and techniques help identify different kinds of problems.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Effective testing reduces risks and improves the quality of the final software.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465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