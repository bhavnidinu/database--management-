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AI Study Buddy: a personal learning companion that explains, quizzes and plans for each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common gaps: pacing, access to help, and passive study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definition, then the four core roles of the buddy.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feature; use the live demo for summarizer and quizzes.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four-step loop: upload, understand, practise,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 from the interface down to data. Adjust names to match the actual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next steps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learning companion, available 24/7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demonstration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students 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move at one speed, but every learner needs a different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instant help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 pile up when teachers or peers are not available.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revision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notes feels productive but builds weak recall.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 Study Buddy?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learns how you study and helps you understand, practise and remember — on your schedule.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846320" y="118872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13533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5179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answers in simple language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205740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22199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Quizzes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23865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on demand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846320" y="292608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906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6928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32552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schedules that adapt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846320" y="379476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95935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4123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weak topics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summarizer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chapters into short, clear summaries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quizzes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questions with feedback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explainer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help for tough topics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319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planner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plans built around exam dates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520440" y="329184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319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insights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strengths and topics to revisit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3063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29184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4290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319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anytime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doubts in natural language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463040"/>
            <a:ext cx="914400" cy="9144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notes, PDFs or a topic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48840" y="1783080"/>
            <a:ext cx="457200" cy="274320"/>
          </a:xfrm>
          <a:prstGeom prst="rightArrow">
            <a:avLst/>
          </a:prstGeom>
          <a:solidFill>
            <a:srgbClr val="B8C4CA"/>
          </a:solidFill>
          <a:ln w="12700">
            <a:solidFill>
              <a:srgbClr val="B8C4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1463040"/>
            <a:ext cx="914400" cy="9144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and structures the content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06240" y="1783080"/>
            <a:ext cx="457200" cy="274320"/>
          </a:xfrm>
          <a:prstGeom prst="rightArrow">
            <a:avLst/>
          </a:prstGeom>
          <a:solidFill>
            <a:srgbClr val="B8C4CA"/>
          </a:solidFill>
          <a:ln w="12700">
            <a:solidFill>
              <a:srgbClr val="B8C4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66360" y="1463040"/>
            <a:ext cx="914400" cy="9144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and quizzes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63640" y="1783080"/>
            <a:ext cx="457200" cy="274320"/>
          </a:xfrm>
          <a:prstGeom prst="rightArrow">
            <a:avLst/>
          </a:prstGeom>
          <a:solidFill>
            <a:srgbClr val="B8C4CA"/>
          </a:solidFill>
          <a:ln w="12700">
            <a:solidFill>
              <a:srgbClr val="B8C4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223760" y="1463040"/>
            <a:ext cx="914400" cy="9144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373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208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72084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81228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progress and repeat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chat, upload,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logic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planner, quiz engine, progress tracker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layer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971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for explanations, summaries, questions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CADCE0"/>
          </a:solidFill>
          <a:ln w="12700">
            <a:solidFill>
              <a:srgbClr val="CA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notes, history and learning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study vs AI Study Buddy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4F7F8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pace for everyone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only at set times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revision and planning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weak areas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031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 learner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any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quizzes and plans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progress insights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9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live demo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78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small group of students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467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mode, more subjects, mobile app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Buddy</dc:title>
  <dc:subject>PptxGenJS Presentation</dc:subject>
  <dc:creator>PptxGenJS</dc:creator>
  <cp:lastModifiedBy>PptxGenJS</cp:lastModifiedBy>
  <cp:revision>1</cp:revision>
  <dcterms:created xsi:type="dcterms:W3CDTF">2026-10-01T08:02:12Z</dcterms:created>
  <dcterms:modified xsi:type="dcterms:W3CDTF">2026-10-01T08:02:12Z</dcterms:modified>
</cp:coreProperties>
</file>