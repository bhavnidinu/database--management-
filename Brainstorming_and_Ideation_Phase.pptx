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Brainstorming &amp; Ideation Phase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Brainstorming and ideation is the phase where we generate and develop ideas.</a:t>
            </a:r>
          </a:p>
          <a:p>
            <a:pPr>
              <a:spcAft>
                <a:spcPts val="1000"/>
              </a:spcAft>
              <a:defRPr sz="2200"/>
            </a:pPr>
            <a:r>
              <a:t>It helps us understand the problem and think of possible solutions.</a:t>
            </a:r>
          </a:p>
          <a:p>
            <a:pPr>
              <a:spcAft>
                <a:spcPts val="1000"/>
              </a:spcAft>
              <a:defRPr sz="2200"/>
            </a:pPr>
            <a:r>
              <a:t>The main goal is to create many useful ideas before selecting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What is Brainstorming?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Brainstorming is a group or individual technique for generating ideas.</a:t>
            </a:r>
          </a:p>
          <a:p>
            <a:pPr>
              <a:spcAft>
                <a:spcPts val="1000"/>
              </a:spcAft>
              <a:defRPr sz="2200"/>
            </a:pPr>
            <a:r>
              <a:t>All possible ideas are collected without immediate criticism.</a:t>
            </a:r>
          </a:p>
          <a:p>
            <a:pPr>
              <a:spcAft>
                <a:spcPts val="1000"/>
              </a:spcAft>
              <a:defRPr sz="2200"/>
            </a:pPr>
            <a:r>
              <a:t>It encourages creativity and different ways of thinking.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What is Ideation?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Ideation means creating, developing and refining ideas.</a:t>
            </a:r>
          </a:p>
          <a:p>
            <a:pPr>
              <a:spcAft>
                <a:spcPts val="1000"/>
              </a:spcAft>
              <a:defRPr sz="2200"/>
            </a:pPr>
            <a:r>
              <a:t>Ideas are based on the identified problem and user needs.</a:t>
            </a:r>
          </a:p>
          <a:p>
            <a:pPr>
              <a:spcAft>
                <a:spcPts val="1000"/>
              </a:spcAft>
              <a:defRPr sz="2200"/>
            </a:pPr>
            <a:r>
              <a:t>The most useful ideas are selected for further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Steps in Brainstorming &amp; Ideation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1. Identify the problem</a:t>
            </a:r>
          </a:p>
          <a:p>
            <a:pPr>
              <a:spcAft>
                <a:spcPts val="1000"/>
              </a:spcAft>
              <a:defRPr sz="2200"/>
            </a:pPr>
            <a:r>
              <a:t>2. Understand user needs</a:t>
            </a:r>
          </a:p>
          <a:p>
            <a:pPr>
              <a:spcAft>
                <a:spcPts val="1000"/>
              </a:spcAft>
              <a:defRPr sz="2200"/>
            </a:pPr>
            <a:r>
              <a:t>3. Generate many ideas</a:t>
            </a:r>
          </a:p>
          <a:p>
            <a:pPr>
              <a:spcAft>
                <a:spcPts val="1000"/>
              </a:spcAft>
              <a:defRPr sz="2200"/>
            </a:pPr>
            <a:r>
              <a:t>4. Discuss and organize ideas</a:t>
            </a:r>
          </a:p>
          <a:p>
            <a:pPr>
              <a:spcAft>
                <a:spcPts val="1000"/>
              </a:spcAft>
              <a:defRPr sz="2200"/>
            </a:pPr>
            <a:r>
              <a:t>5. Evaluate the ideas</a:t>
            </a:r>
          </a:p>
          <a:p>
            <a:pPr>
              <a:spcAft>
                <a:spcPts val="1000"/>
              </a:spcAft>
              <a:defRPr sz="2200"/>
            </a:pPr>
            <a:r>
              <a:t>6. Select the best suitable idea</a:t>
            </a:r>
          </a:p>
          <a:p>
            <a:pPr>
              <a:spcAft>
                <a:spcPts val="1000"/>
              </a:spcAft>
              <a:defRPr sz="2200"/>
            </a:pPr>
            <a:r>
              <a:t>7. Develop the idea into a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Common Brainstorming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Mind Mapping – visually connects related ideas.</a:t>
            </a:r>
          </a:p>
          <a:p>
            <a:pPr>
              <a:spcAft>
                <a:spcPts val="1000"/>
              </a:spcAft>
              <a:defRPr sz="2200"/>
            </a:pPr>
            <a:r>
              <a:t>Group Discussion – team members share different ideas.</a:t>
            </a:r>
          </a:p>
          <a:p>
            <a:pPr>
              <a:spcAft>
                <a:spcPts val="1000"/>
              </a:spcAft>
              <a:defRPr sz="2200"/>
            </a:pPr>
            <a:r>
              <a:t>SCAMPER – improves an existing idea through guided questions.</a:t>
            </a:r>
          </a:p>
          <a:p>
            <a:pPr>
              <a:spcAft>
                <a:spcPts val="1000"/>
              </a:spcAft>
              <a:defRPr sz="2200"/>
            </a:pPr>
            <a:r>
              <a:t>Brainwriting – members write ideas before discussing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Idea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Check whether the idea solves the actual problem.</a:t>
            </a:r>
          </a:p>
          <a:p>
            <a:pPr>
              <a:spcAft>
                <a:spcPts val="1000"/>
              </a:spcAft>
              <a:defRPr sz="2200"/>
            </a:pPr>
            <a:r>
              <a:t>Consider usefulness, feasibility and time.</a:t>
            </a:r>
          </a:p>
          <a:p>
            <a:pPr>
              <a:spcAft>
                <a:spcPts val="1000"/>
              </a:spcAft>
              <a:defRPr sz="2200"/>
            </a:pPr>
            <a:r>
              <a:t>Compare different ideas and identify the most practical one.</a:t>
            </a:r>
          </a:p>
          <a:p>
            <a:pPr>
              <a:spcAft>
                <a:spcPts val="1000"/>
              </a:spcAft>
              <a:defRPr sz="2200"/>
            </a:pPr>
            <a:r>
              <a:t>Create a simple concept or prototype for the selected idea.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Improves creativity</a:t>
            </a:r>
          </a:p>
          <a:p>
            <a:pPr>
              <a:spcAft>
                <a:spcPts val="1000"/>
              </a:spcAft>
              <a:defRPr sz="2200"/>
            </a:pPr>
            <a:r>
              <a:t>Encourages teamwork</a:t>
            </a:r>
          </a:p>
          <a:p>
            <a:pPr>
              <a:spcAft>
                <a:spcPts val="1000"/>
              </a:spcAft>
              <a:defRPr sz="2200"/>
            </a:pPr>
            <a:r>
              <a:t>Produces multiple solutions</a:t>
            </a:r>
          </a:p>
          <a:p>
            <a:pPr>
              <a:spcAft>
                <a:spcPts val="1000"/>
              </a:spcAft>
              <a:defRPr sz="2200"/>
            </a:pPr>
            <a:r>
              <a:t>Helps understand user needs</a:t>
            </a:r>
          </a:p>
          <a:p>
            <a:pPr>
              <a:spcAft>
                <a:spcPts val="1000"/>
              </a:spcAft>
              <a:defRPr sz="2200"/>
            </a:pPr>
            <a:r>
              <a:t>Reduces the chance of missing useful ideas</a:t>
            </a:r>
          </a:p>
          <a:p>
            <a:pPr>
              <a:spcAft>
                <a:spcPts val="1000"/>
              </a:spcAft>
              <a:defRPr sz="2200"/>
            </a:pPr>
            <a:r>
              <a:t>Supports better problem solving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Problem: Students find it difficult to manage study activities.</a:t>
            </a:r>
          </a:p>
          <a:p>
            <a:pPr>
              <a:spcAft>
                <a:spcPts val="1000"/>
              </a:spcAft>
              <a:defRPr sz="2200"/>
            </a:pPr>
            <a:r>
              <a:t>Ideas: Study reminders, task tracking, notes sharing and progress tracking.</a:t>
            </a:r>
          </a:p>
          <a:p>
            <a:pPr>
              <a:spcAft>
                <a:spcPts val="1000"/>
              </a:spcAft>
              <a:defRPr sz="2200"/>
            </a:pPr>
            <a:r>
              <a:t>Selected concept: A Study Buddy system that helps students organize and track their study activities.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Brainstorming and ideation are important early stages of a project.</a:t>
            </a:r>
          </a:p>
          <a:p>
            <a:pPr>
              <a:spcAft>
                <a:spcPts val="1000"/>
              </a:spcAft>
              <a:defRPr sz="2200"/>
            </a:pPr>
            <a:r>
              <a:t>They help transform a problem into possible solutions.</a:t>
            </a:r>
          </a:p>
          <a:p>
            <a:pPr>
              <a:spcAft>
                <a:spcPts val="1000"/>
              </a:spcAft>
              <a:defRPr sz="2200"/>
            </a:pPr>
            <a:r>
              <a:t>A clear and practical idea can then move to the next project phase.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