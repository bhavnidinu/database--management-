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60" r:id="rId1"/>
  </p:sldMasterIdLst>
  <p:notesMasterIdLst>
    <p:notesMasterId r:id="rId2"/>
  </p:notesMasterIdLst>
  <p:sldIdLst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0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0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8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4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TextBox 2"/>
          <p:cNvSpPr txBox="1"/>
          <p:nvPr/>
        </p:nvSpPr>
        <p:spPr>
          <a:xfrm>
            <a:off x="640080" y="411480"/>
            <a:ext cx="5456308" cy="59944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3400">
                <a:solidFill>
                  <a:srgbClr val="1F375B"/>
                </a:solidFill>
              </a:defRPr>
            </a:pPr>
            <a:r>
              <a:t>Project Development Phase</a:t>
            </a:r>
          </a:p>
        </p:txBody>
      </p:sp>
      <p:sp>
        <p:nvSpPr>
          <p:cNvPr id="104858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7" name="TextBox 4"/>
          <p:cNvSpPr txBox="1"/>
          <p:nvPr/>
        </p:nvSpPr>
        <p:spPr>
          <a:xfrm>
            <a:off x="914400" y="1600200"/>
            <a:ext cx="10332720" cy="12725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Software Engineering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Converting the approved design into a working software system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Seminar Presentation</a:t>
            </a:r>
          </a:p>
        </p:txBody>
      </p:sp>
      <p:sp>
        <p:nvSpPr>
          <p:cNvPr id="1048588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7" name=""/>
        <p:cNvGrpSpPr/>
        <p:nvPr/>
      </p:nvGrpSpPr>
      <p:grpSpPr>
        <a:xfrm/>
      </p:grpSpPr>
      <p:sp>
        <p:nvSpPr>
          <p:cNvPr id="104858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0" name="TextBox 2"/>
          <p:cNvSpPr txBox="1"/>
          <p:nvPr/>
        </p:nvSpPr>
        <p:spPr>
          <a:xfrm>
            <a:off x="640080" y="411480"/>
            <a:ext cx="2465408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1. Introduction</a:t>
            </a:r>
          </a:p>
        </p:txBody>
      </p:sp>
      <p:sp>
        <p:nvSpPr>
          <p:cNvPr id="104859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2" name="TextBox 4"/>
          <p:cNvSpPr txBox="1"/>
          <p:nvPr/>
        </p:nvSpPr>
        <p:spPr>
          <a:xfrm>
            <a:off x="914400" y="1600200"/>
            <a:ext cx="10332720" cy="19583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Project Development Phase is the stage where the planned and designed system is actually built.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Developers write code based on the requirements and design documents.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Different modules are developed, integrated and tested during this phase.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Goal: create a working software product that satisfies the approved requirements.</a:t>
            </a:r>
          </a:p>
        </p:txBody>
      </p:sp>
      <p:sp>
        <p:nvSpPr>
          <p:cNvPr id="1048593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8" name=""/>
        <p:cNvGrpSpPr/>
        <p:nvPr/>
      </p:nvGrpSpPr>
      <p:grpSpPr>
        <a:xfrm/>
      </p:grpSpPr>
      <p:sp>
        <p:nvSpPr>
          <p:cNvPr id="104859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5" name="TextBox 2"/>
          <p:cNvSpPr txBox="1"/>
          <p:nvPr/>
        </p:nvSpPr>
        <p:spPr>
          <a:xfrm>
            <a:off x="640080" y="411480"/>
            <a:ext cx="4824235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2. Objectives of Development</a:t>
            </a:r>
          </a:p>
        </p:txBody>
      </p:sp>
      <p:sp>
        <p:nvSpPr>
          <p:cNvPr id="104859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7" name="TextBox 4"/>
          <p:cNvSpPr txBox="1"/>
          <p:nvPr/>
        </p:nvSpPr>
        <p:spPr>
          <a:xfrm>
            <a:off x="914400" y="1600200"/>
            <a:ext cx="10332720" cy="24917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Convert system design into executable code.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Develop individual modules and features.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Follow coding standards and project guidelines.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Integrate different modules into one working system.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Identify and fix coding defects.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Prepare the software for formal testing and deployment.</a:t>
            </a:r>
          </a:p>
        </p:txBody>
      </p:sp>
      <p:sp>
        <p:nvSpPr>
          <p:cNvPr id="1048598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9" name=""/>
        <p:cNvGrpSpPr/>
        <p:nvPr/>
      </p:nvGrpSpPr>
      <p:grpSpPr>
        <a:xfrm/>
      </p:grpSpPr>
      <p:sp>
        <p:nvSpPr>
          <p:cNvPr id="104859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0" name="TextBox 2"/>
          <p:cNvSpPr txBox="1"/>
          <p:nvPr/>
        </p:nvSpPr>
        <p:spPr>
          <a:xfrm>
            <a:off x="640080" y="411480"/>
            <a:ext cx="5194817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3. Major Development Activities</a:t>
            </a:r>
          </a:p>
        </p:txBody>
      </p:sp>
      <p:sp>
        <p:nvSpPr>
          <p:cNvPr id="104860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2" name="TextBox 4"/>
          <p:cNvSpPr txBox="1"/>
          <p:nvPr/>
        </p:nvSpPr>
        <p:spPr>
          <a:xfrm>
            <a:off x="914400" y="1600200"/>
            <a:ext cx="10332720" cy="24917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1. Environment Setup – prepare IDEs, databases, libraries and development tools.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2. Coding – implement features according to the design.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3. Unit Testing – test individual functions or modules.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4. Integration – combine modules and check their interaction.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5. Debugging – find and correct defects.</a:t>
            </a:r>
          </a:p>
          <a:p>
            <a:pPr>
              <a:spcAft>
                <a:spcPts val="900"/>
              </a:spcAft>
              <a:defRPr b="1" sz="2000">
                <a:solidFill>
                  <a:srgbClr val="1F375B"/>
                </a:solidFill>
              </a:defRPr>
            </a:pPr>
            <a:r>
              <a:t>6. Documentation – maintain technical and code-related information.</a:t>
            </a:r>
          </a:p>
        </p:txBody>
      </p:sp>
      <p:sp>
        <p:nvSpPr>
          <p:cNvPr id="1048603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0" name=""/>
        <p:cNvGrpSpPr/>
        <p:nvPr/>
      </p:nvGrpSpPr>
      <p:grpSpPr>
        <a:xfrm/>
      </p:grpSpPr>
      <p:sp>
        <p:nvSpPr>
          <p:cNvPr id="104860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4. Coding &amp; Implementation</a:t>
            </a:r>
          </a:p>
        </p:txBody>
      </p:sp>
      <p:sp>
        <p:nvSpPr>
          <p:cNvPr id="104860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Developers translate algorithms, designs and requirements into source code.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Good coding practices include meaningful names, modular code and proper comments.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code should follow the selected programming language and project standards.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Regular code reviews can help identify defects and improve maintainability.</a:t>
            </a:r>
          </a:p>
        </p:txBody>
      </p:sp>
      <p:sp>
        <p:nvSpPr>
          <p:cNvPr id="104860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1" name=""/>
        <p:cNvGrpSpPr/>
        <p:nvPr/>
      </p:nvGrpSpPr>
      <p:grpSpPr>
        <a:xfrm/>
      </p:grpSpPr>
      <p:sp>
        <p:nvSpPr>
          <p:cNvPr id="104860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5. Version Control</a:t>
            </a:r>
          </a:p>
        </p:txBody>
      </p:sp>
      <p:sp>
        <p:nvSpPr>
          <p:cNvPr id="104861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Version control manages different versions of source code and project files.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It helps developers track changes and work safely as a team.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Common operations include commit, branch, merge and revert.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Examples of version-control platforms include Git-based repositories.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Version control also helps recover earlier working versions when required.</a:t>
            </a:r>
          </a:p>
        </p:txBody>
      </p:sp>
      <p:sp>
        <p:nvSpPr>
          <p:cNvPr id="104861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2" name=""/>
        <p:cNvGrpSpPr/>
        <p:nvPr/>
      </p:nvGrpSpPr>
      <p:grpSpPr>
        <a:xfrm/>
      </p:grpSpPr>
      <p:sp>
        <p:nvSpPr>
          <p:cNvPr id="104861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6. Unit Testing &amp; Debugging</a:t>
            </a:r>
          </a:p>
        </p:txBody>
      </p:sp>
      <p:sp>
        <p:nvSpPr>
          <p:cNvPr id="104861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Unit testing checks individual functions, classes or modules.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Developers test normal inputs, boundary cases and possible error conditions.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Debugging is the process of locating and correcting defects.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Fixes should be retested to ensure that the problem is resolved without creating new issues.</a:t>
            </a:r>
          </a:p>
        </p:txBody>
      </p:sp>
      <p:sp>
        <p:nvSpPr>
          <p:cNvPr id="104861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3" name=""/>
        <p:cNvGrpSpPr/>
        <p:nvPr/>
      </p:nvGrpSpPr>
      <p:grpSpPr>
        <a:xfrm/>
      </p:grpSpPr>
      <p:sp>
        <p:nvSpPr>
          <p:cNvPr id="104861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7. Integration of Modules</a:t>
            </a:r>
          </a:p>
        </p:txBody>
      </p:sp>
      <p:sp>
        <p:nvSpPr>
          <p:cNvPr id="104862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After individual modules are developed, they are combined into a complete system.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Integration testing checks communication and data flow between modules.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Example: Login → User Dashboard → Database → Report generation.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Integration helps identify interface errors that may not appear during unit testing.</a:t>
            </a:r>
          </a:p>
        </p:txBody>
      </p:sp>
      <p:sp>
        <p:nvSpPr>
          <p:cNvPr id="104862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4" name=""/>
        <p:cNvGrpSpPr/>
        <p:nvPr/>
      </p:nvGrpSpPr>
      <p:grpSpPr>
        <a:xfrm/>
      </p:grpSpPr>
      <p:sp>
        <p:nvSpPr>
          <p:cNvPr id="104862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8. Development Best Practices</a:t>
            </a:r>
          </a:p>
        </p:txBody>
      </p:sp>
      <p:sp>
        <p:nvSpPr>
          <p:cNvPr id="104862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Follow coding standards and maintain readable code.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Use modular and reusable components.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Perform regular code reviews and testing.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Maintain version control and backups.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Document important technical decisions.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Communicate regularly with team members and track development progress.</a:t>
            </a:r>
          </a:p>
        </p:txBody>
      </p:sp>
      <p:sp>
        <p:nvSpPr>
          <p:cNvPr id="104862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5" name=""/>
        <p:cNvGrpSpPr/>
        <p:nvPr/>
      </p:nvGrpSpPr>
      <p:grpSpPr>
        <a:xfrm/>
      </p:grpSpPr>
      <p:sp>
        <p:nvSpPr>
          <p:cNvPr id="104862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9. Example – Online Library System</a:t>
            </a:r>
          </a:p>
        </p:txBody>
      </p:sp>
      <p:sp>
        <p:nvSpPr>
          <p:cNvPr id="104863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Develop Login, Student, Book, Issue/Return and Report modules.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Connect the application to the library database.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Test each module individually.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Integrate the modules and verify complete workflows.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Fix defects and prepare a stable build for the testing/deployment stage.</a:t>
            </a:r>
          </a:p>
        </p:txBody>
      </p:sp>
      <p:sp>
        <p:nvSpPr>
          <p:cNvPr id="104863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6" name=""/>
        <p:cNvGrpSpPr/>
        <p:nvPr/>
      </p:nvGrpSpPr>
      <p:grpSpPr>
        <a:xfrm/>
      </p:grpSpPr>
      <p:sp>
        <p:nvSpPr>
          <p:cNvPr id="104863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10. Importance of Development Phase</a:t>
            </a:r>
          </a:p>
        </p:txBody>
      </p:sp>
      <p:sp>
        <p:nvSpPr>
          <p:cNvPr id="104863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Transforms the design into a real, usable software product.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Provides an opportunity to detect and correct defects early.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Ensures that individual modules work together correctly.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Improves code quality through standards, reviews and testing.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Creates a stable build that can move to the next SDLC stage.</a:t>
            </a:r>
          </a:p>
        </p:txBody>
      </p:sp>
      <p:sp>
        <p:nvSpPr>
          <p:cNvPr id="104863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7" name=""/>
        <p:cNvGrpSpPr/>
        <p:nvPr/>
      </p:nvGrpSpPr>
      <p:grpSpPr>
        <a:xfrm/>
      </p:grpSpPr>
      <p:sp>
        <p:nvSpPr>
          <p:cNvPr id="104863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11. Conclusion</a:t>
            </a:r>
          </a:p>
        </p:txBody>
      </p:sp>
      <p:sp>
        <p:nvSpPr>
          <p:cNvPr id="104864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Project Development Phase is where the software is implemented using the approved requirements and design.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Coding, unit testing, debugging, integration and documentation are key activities.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Following good development practices helps produce reliable and maintainable software.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 properly developed system provides a strong foundation for final testing and deployment.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Thank You</a:t>
            </a:r>
          </a:p>
        </p:txBody>
      </p:sp>
      <p:sp>
        <p:nvSpPr>
          <p:cNvPr id="104864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RMX2151</dc:creator>
  <cp:lastModifiedBy>Steve Canny</cp:lastModifiedBy>
  <dcterms:created xsi:type="dcterms:W3CDTF">2013-01-26T22:14:16Z</dcterms:created>
  <dcterms:modified xsi:type="dcterms:W3CDTF">2026-10-01T10:24:07Z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45fb2751333046dab421f50e573ca865_23</vt:lpwstr>
  </property>
</Properties>
</file>