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72" r:id="rId1"/>
  </p:sldMasterIdLst>
  <p:notesMasterIdLst>
    <p:notesMasterId r:id="rId2"/>
  </p:notesMasterIdLst>
  <p:sldIdLst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640080" y="411480"/>
            <a:ext cx="5665262" cy="59944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400">
                <a:solidFill>
                  <a:srgbClr val="1F375B"/>
                </a:solidFill>
              </a:defRPr>
            </a:pPr>
            <a:r>
              <a:t>Requirement Analysis Phase</a:t>
            </a:r>
          </a:p>
        </p:txBody>
      </p:sp>
      <p:sp>
        <p:nvSpPr>
          <p:cNvPr id="104858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TextBox 4"/>
          <p:cNvSpPr txBox="1"/>
          <p:nvPr/>
        </p:nvSpPr>
        <p:spPr>
          <a:xfrm>
            <a:off x="914400" y="1600200"/>
            <a:ext cx="10332720" cy="12979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Understanding, documenting and validating what the system should do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58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TextBox 2"/>
          <p:cNvSpPr txBox="1"/>
          <p:nvPr/>
        </p:nvSpPr>
        <p:spPr>
          <a:xfrm>
            <a:off x="640080" y="411480"/>
            <a:ext cx="2465408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104859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2" name="TextBox 4"/>
          <p:cNvSpPr txBox="1"/>
          <p:nvPr/>
        </p:nvSpPr>
        <p:spPr>
          <a:xfrm>
            <a:off x="914400" y="1600200"/>
            <a:ext cx="10332720" cy="1996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Requirement Analysis is an important phase of the Software Development Life Cycle (SDLC).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It focuses on understanding the needs of users and stakeholders.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The requirements are studied, organized and documented before system design begins.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Goal: build the right system with clear and agreed requirements.</a:t>
            </a:r>
          </a:p>
        </p:txBody>
      </p:sp>
      <p:sp>
        <p:nvSpPr>
          <p:cNvPr id="104859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59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2"/>
          <p:cNvSpPr txBox="1"/>
          <p:nvPr/>
        </p:nvSpPr>
        <p:spPr>
          <a:xfrm>
            <a:off x="640080" y="411480"/>
            <a:ext cx="4268957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2. What is a Requirement?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7" name="TextBox 4"/>
          <p:cNvSpPr txBox="1"/>
          <p:nvPr/>
        </p:nvSpPr>
        <p:spPr>
          <a:xfrm>
            <a:off x="914400" y="1600200"/>
            <a:ext cx="10332720" cy="16916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 requirement describes a service, feature, rule or condition expected from a system.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It explains what the system should do and the constraints under which it should work.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Requirements are mainly collected from users, customers and other stakeholders.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Example: A student portal should allow students to view their attendance.</a:t>
            </a:r>
          </a:p>
        </p:txBody>
      </p:sp>
      <p:sp>
        <p:nvSpPr>
          <p:cNvPr id="1048598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59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0" name="TextBox 2"/>
          <p:cNvSpPr txBox="1"/>
          <p:nvPr/>
        </p:nvSpPr>
        <p:spPr>
          <a:xfrm>
            <a:off x="640080" y="411480"/>
            <a:ext cx="4192955" cy="51054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3. Types of Requirements</a:t>
            </a:r>
          </a:p>
        </p:txBody>
      </p:sp>
      <p:sp>
        <p:nvSpPr>
          <p:cNvPr id="104860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4"/>
          <p:cNvSpPr txBox="1"/>
          <p:nvPr/>
        </p:nvSpPr>
        <p:spPr>
          <a:xfrm>
            <a:off x="914400" y="1600200"/>
            <a:ext cx="10332720" cy="29870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Functional Requirements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Describe what the system should do.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Example: User can register, login and generate reports.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Non-Functional Requirements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Describe quality and performance expectations.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Example: Security, speed, reliability and usability.</a:t>
            </a:r>
          </a:p>
        </p:txBody>
      </p:sp>
      <p:sp>
        <p:nvSpPr>
          <p:cNvPr id="1048603" name="TextBox 5"/>
          <p:cNvSpPr txBox="1"/>
          <p:nvPr/>
        </p:nvSpPr>
        <p:spPr>
          <a:xfrm>
            <a:off x="9875520" y="6446520"/>
            <a:ext cx="474980" cy="218441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60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4. Requirement Analysis Process</a:t>
            </a:r>
          </a:p>
        </p:txBody>
      </p:sp>
      <p:sp>
        <p:nvSpPr>
          <p:cNvPr id="104860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1. Requirement Elicitation – collect information from stakeholders.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2. Requirement Analysis – study, classify and prioritize requirements.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3. Requirement Specification – document requirements clearly.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4. Requirement Validation – check correctness and completeness.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5. Requirement Management – handle changes throughout the project.</a:t>
            </a:r>
          </a:p>
        </p:txBody>
      </p:sp>
      <p:sp>
        <p:nvSpPr>
          <p:cNvPr id="104860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1" name=""/>
        <p:cNvGrpSpPr/>
        <p:nvPr/>
      </p:nvGrpSpPr>
      <p:grpSpPr>
        <a:xfrm/>
      </p:grpSpPr>
      <p:sp>
        <p:nvSpPr>
          <p:cNvPr id="104860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5. Requirement Elicitation Techniques</a:t>
            </a:r>
          </a:p>
        </p:txBody>
      </p:sp>
      <p:sp>
        <p:nvSpPr>
          <p:cNvPr id="104861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Interviews – discuss needs directly with users.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Questionnaires – collect information from many people.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Observation – study how users perform their work.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Workshops – discuss and agree on requirements as a group.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Document Analysis – study existing forms, reports and systems.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Prototyping – create an early model to clarify user expectations.</a:t>
            </a:r>
          </a:p>
        </p:txBody>
      </p:sp>
      <p:sp>
        <p:nvSpPr>
          <p:cNvPr id="104861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2" name=""/>
        <p:cNvGrpSpPr/>
        <p:nvPr/>
      </p:nvGrpSpPr>
      <p:grpSpPr>
        <a:xfrm/>
      </p:grpSpPr>
      <p:sp>
        <p:nvSpPr>
          <p:cNvPr id="104861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6. Requirement Specification (SRS)</a:t>
            </a:r>
          </a:p>
        </p:txBody>
      </p:sp>
      <p:sp>
        <p:nvSpPr>
          <p:cNvPr id="104861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SRS stands for Software Requirements Specification.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It is a formal document containing the agreed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 good SRS should be clear, complete, consistent and testable.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It acts as a reference for developers, testers and customers.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Typical contents: scope, functional requirements, non-functional requirements, interfaces and constraints.</a:t>
            </a:r>
          </a:p>
        </p:txBody>
      </p:sp>
      <p:sp>
        <p:nvSpPr>
          <p:cNvPr id="104861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61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7. Requirement Validation</a:t>
            </a:r>
          </a:p>
        </p:txBody>
      </p:sp>
      <p:sp>
        <p:nvSpPr>
          <p:cNvPr id="104862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Validation checks whether the documented requirements are suitable.</a:t>
            </a:r>
          </a:p>
          <a:p>
            <a:pPr>
              <a:spcAft>
                <a:spcPts val="1000"/>
              </a:spcAft>
              <a:defRPr b="1" sz="2000">
                <a:solidFill>
                  <a:srgbClr val="1F375B"/>
                </a:solidFill>
              </a:defRPr>
            </a:pPr>
            <a:r>
              <a:t>Important checks include: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Correctness – does it reflect the real need?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Completeness – are all important requirements included?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Consistency – are there any conflicts?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Feasibility – can it be implemented?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• Testability – can we verify it through testing?</a:t>
            </a:r>
          </a:p>
        </p:txBody>
      </p:sp>
      <p:sp>
        <p:nvSpPr>
          <p:cNvPr id="104862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2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8. Importance of Requirement Analysis</a:t>
            </a:r>
          </a:p>
        </p:txBody>
      </p:sp>
      <p:sp>
        <p:nvSpPr>
          <p:cNvPr id="104862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Reduces misunderstandings between users and developers.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Helps estimate cost, time and resources.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Provides a strong foundation for design and development.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Reduces costly changes and rework later.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Improves software quality and customer satisfaction.</a:t>
            </a:r>
          </a:p>
        </p:txBody>
      </p:sp>
      <p:sp>
        <p:nvSpPr>
          <p:cNvPr id="104862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2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9. Common Problems</a:t>
            </a:r>
          </a:p>
        </p:txBody>
      </p:sp>
      <p:sp>
        <p:nvSpPr>
          <p:cNvPr id="104863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Unclear or incomplete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Frequent changes in user needs.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Different stakeholders having conflicting expectations.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Communication gaps between technical and non-technical people.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Assumptions that are not properly documented.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These problems can be reduced through continuous communication and validation.</a:t>
            </a:r>
          </a:p>
        </p:txBody>
      </p:sp>
      <p:sp>
        <p:nvSpPr>
          <p:cNvPr id="104863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34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10. Example – Online Library System</a:t>
            </a:r>
          </a:p>
        </p:txBody>
      </p:sp>
      <p:sp>
        <p:nvSpPr>
          <p:cNvPr id="1048636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User requirement: Students should be able to search books.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Functional requirement: The system shall display available books matching the search.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Non-functional requirement: Search results should appear quickly.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Validation: Check the requirement with students and librarians.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This example shows how a general need becomes a clear, testable requirement.</a:t>
            </a:r>
          </a:p>
        </p:txBody>
      </p:sp>
      <p:sp>
        <p:nvSpPr>
          <p:cNvPr id="1048638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39" name="Rectangle 1"/>
          <p:cNvSpPr/>
          <p:nvPr/>
        </p:nvSpPr>
        <p:spPr>
          <a:xfrm>
            <a:off x="0" y="0"/>
            <a:ext cx="12191695" cy="164592"/>
          </a:xfrm>
          <a:prstGeom prst="rect"/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2"/>
          <p:cNvSpPr txBox="1"/>
          <p:nvPr/>
        </p:nvSpPr>
        <p:spPr>
          <a:xfrm>
            <a:off x="640080" y="411480"/>
            <a:ext cx="10881360" cy="731520"/>
          </a:xfrm>
          <a:prstGeom prst="rect"/>
          <a:noFill/>
        </p:spPr>
        <p:txBody>
          <a:bodyPr wrap="none">
            <a:spAutoFit/>
          </a:bodyPr>
          <a:p>
            <a:pPr>
              <a:defRPr b="1" sz="2800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1048641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/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TextBox 4"/>
          <p:cNvSpPr txBox="1"/>
          <p:nvPr/>
        </p:nvSpPr>
        <p:spPr>
          <a:xfrm>
            <a:off x="914400" y="1600200"/>
            <a:ext cx="10332720" cy="438912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Requirement Analysis helps the development team understand exactly what needs to be built.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It converts user needs into clear, documented and testable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Proper analysis reduces errors, rework and project risks.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 well-defined requirement is the foundation for successful software development.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1048643" name="TextBox 5"/>
          <p:cNvSpPr txBox="1"/>
          <p:nvPr/>
        </p:nvSpPr>
        <p:spPr>
          <a:xfrm>
            <a:off x="9875520" y="6446520"/>
            <a:ext cx="1463040" cy="228600"/>
          </a:xfrm>
          <a:prstGeom prst="rect"/>
          <a:noFill/>
        </p:spPr>
        <p:txBody>
          <a:bodyPr wrap="none">
            <a:spAutoFit/>
          </a:bodyPr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RMX2151</dc:creator>
  <cp:lastModifiedBy>Steve Canny</cp:lastModifiedBy>
  <dcterms:created xsi:type="dcterms:W3CDTF">2013-01-26T22:14:16Z</dcterms:created>
  <dcterms:modified xsi:type="dcterms:W3CDTF">2026-10-01T10:24:31Z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0e0e06b344b4446ebe9f52cff5372164_23</vt:lpwstr>
  </property>
</Properties>
</file>