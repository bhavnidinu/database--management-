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type="screen4x3" cy="6858000" cx="12191695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tableStyles" Target="tableStyles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0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01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0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70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0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64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4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6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6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75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7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7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80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8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8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8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8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86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87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8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89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9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91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9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0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1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94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95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9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9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9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64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65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6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6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7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7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7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4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24" name=""/>
        <p:cNvGrpSpPr/>
        <p:nvPr/>
      </p:nvGrpSpPr>
      <p:grpSpPr>
        <a:xfrm/>
      </p:grpSpPr>
      <p:sp>
        <p:nvSpPr>
          <p:cNvPr id="1048584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5" name="TextBox 2"/>
          <p:cNvSpPr txBox="1"/>
          <p:nvPr/>
        </p:nvSpPr>
        <p:spPr>
          <a:xfrm>
            <a:off x="640080" y="411480"/>
            <a:ext cx="5796330" cy="599440"/>
          </a:xfrm>
          <a:prstGeom prst="rect"/>
          <a:noFill/>
        </p:spPr>
        <p:txBody>
          <a:bodyPr wrap="none">
            <a:spAutoFit/>
          </a:bodyPr>
          <a:p>
            <a:pPr algn="ctr">
              <a:defRPr b="1" sz="3400">
                <a:solidFill>
                  <a:srgbClr val="1F375B"/>
                </a:solidFill>
              </a:defRPr>
            </a:pPr>
            <a:r>
              <a:t>Project Demonstration Phase</a:t>
            </a:r>
          </a:p>
        </p:txBody>
      </p:sp>
      <p:sp>
        <p:nvSpPr>
          <p:cNvPr id="1048586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7" name="TextBox 4"/>
          <p:cNvSpPr txBox="1"/>
          <p:nvPr/>
        </p:nvSpPr>
        <p:spPr>
          <a:xfrm>
            <a:off x="914400" y="1600200"/>
            <a:ext cx="10332720" cy="12725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2200">
                <a:solidFill>
                  <a:srgbClr val="2D2D2D"/>
                </a:solidFill>
              </a:defRPr>
            </a:pPr>
            <a:r>
              <a:t>Software Engineering</a:t>
            </a:r>
          </a:p>
          <a:p>
            <a:pPr>
              <a:spcAft>
                <a:spcPts val="900"/>
              </a:spcAft>
              <a:defRPr sz="2200">
                <a:solidFill>
                  <a:srgbClr val="2D2D2D"/>
                </a:solidFill>
              </a:defRPr>
            </a:pPr>
            <a:r>
              <a:t>Presenting the developed software and showing its working features</a:t>
            </a:r>
          </a:p>
          <a:p>
            <a:pPr>
              <a:spcAft>
                <a:spcPts val="900"/>
              </a:spcAft>
              <a:defRPr sz="2200">
                <a:solidFill>
                  <a:srgbClr val="2D2D2D"/>
                </a:solidFill>
              </a:defRPr>
            </a:pPr>
            <a:r>
              <a:t>Seminar Presentation</a:t>
            </a:r>
          </a:p>
        </p:txBody>
      </p:sp>
      <p:sp>
        <p:nvSpPr>
          <p:cNvPr id="1048588" name="TextBox 5"/>
          <p:cNvSpPr txBox="1"/>
          <p:nvPr/>
        </p:nvSpPr>
        <p:spPr>
          <a:xfrm>
            <a:off x="9875520" y="6446520"/>
            <a:ext cx="474980" cy="218441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27" name=""/>
        <p:cNvGrpSpPr/>
        <p:nvPr/>
      </p:nvGrpSpPr>
      <p:grpSpPr>
        <a:xfrm/>
      </p:grpSpPr>
      <p:sp>
        <p:nvSpPr>
          <p:cNvPr id="1048589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0" name="TextBox 2"/>
          <p:cNvSpPr txBox="1"/>
          <p:nvPr/>
        </p:nvSpPr>
        <p:spPr>
          <a:xfrm>
            <a:off x="640080" y="411480"/>
            <a:ext cx="2465408" cy="51054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1. Introduction</a:t>
            </a:r>
          </a:p>
        </p:txBody>
      </p:sp>
      <p:sp>
        <p:nvSpPr>
          <p:cNvPr id="1048591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2" name="TextBox 4"/>
          <p:cNvSpPr txBox="1"/>
          <p:nvPr/>
        </p:nvSpPr>
        <p:spPr>
          <a:xfrm>
            <a:off x="914400" y="1600200"/>
            <a:ext cx="10332720" cy="25679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The Project Demonstration Phase is the stage where the completed or working software is presented to stakeholders.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The team demonstrates important features and explains how the system satisfies the project requirements.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A demonstration may be live, recorded or supported by screenshots and presentation materials.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Goal: clearly show the working system and collect useful feedback.</a:t>
            </a:r>
          </a:p>
        </p:txBody>
      </p:sp>
      <p:sp>
        <p:nvSpPr>
          <p:cNvPr id="1048593" name="TextBox 5"/>
          <p:cNvSpPr txBox="1"/>
          <p:nvPr/>
        </p:nvSpPr>
        <p:spPr>
          <a:xfrm>
            <a:off x="9875520" y="6446520"/>
            <a:ext cx="474980" cy="218441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28" name=""/>
        <p:cNvGrpSpPr/>
        <p:nvPr/>
      </p:nvGrpSpPr>
      <p:grpSpPr>
        <a:xfrm/>
      </p:grpSpPr>
      <p:sp>
        <p:nvSpPr>
          <p:cNvPr id="1048594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5" name="TextBox 2"/>
          <p:cNvSpPr txBox="1"/>
          <p:nvPr/>
        </p:nvSpPr>
        <p:spPr>
          <a:xfrm>
            <a:off x="640080" y="411480"/>
            <a:ext cx="5050453" cy="51054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2. Objectives of Demonstration</a:t>
            </a:r>
          </a:p>
        </p:txBody>
      </p:sp>
      <p:sp>
        <p:nvSpPr>
          <p:cNvPr id="1048596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7" name="TextBox 4"/>
          <p:cNvSpPr txBox="1"/>
          <p:nvPr/>
        </p:nvSpPr>
        <p:spPr>
          <a:xfrm>
            <a:off x="914400" y="1600200"/>
            <a:ext cx="10332720" cy="24917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Show the main features and workflow of the project.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Explain how the system meets the stated requirements.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Demonstrate important inputs, outputs and user interactions.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Identify issues or improvements through stakeholder feedback.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Build a clear understanding of the completed work.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Prepare the project for final review or acceptance.</a:t>
            </a:r>
          </a:p>
        </p:txBody>
      </p:sp>
      <p:sp>
        <p:nvSpPr>
          <p:cNvPr id="1048598" name="TextBox 5"/>
          <p:cNvSpPr txBox="1"/>
          <p:nvPr/>
        </p:nvSpPr>
        <p:spPr>
          <a:xfrm>
            <a:off x="9875520" y="6446520"/>
            <a:ext cx="474980" cy="218441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29" name=""/>
        <p:cNvGrpSpPr/>
        <p:nvPr/>
      </p:nvGrpSpPr>
      <p:grpSpPr>
        <a:xfrm/>
      </p:grpSpPr>
      <p:sp>
        <p:nvSpPr>
          <p:cNvPr id="1048599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0" name="TextBox 2"/>
          <p:cNvSpPr txBox="1"/>
          <p:nvPr/>
        </p:nvSpPr>
        <p:spPr>
          <a:xfrm>
            <a:off x="640080" y="411480"/>
            <a:ext cx="4788466" cy="51054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3. Demonstration Preparation</a:t>
            </a:r>
          </a:p>
        </p:txBody>
      </p:sp>
      <p:sp>
        <p:nvSpPr>
          <p:cNvPr id="1048601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2" name="TextBox 4"/>
          <p:cNvSpPr txBox="1"/>
          <p:nvPr/>
        </p:nvSpPr>
        <p:spPr>
          <a:xfrm>
            <a:off x="914400" y="1600200"/>
            <a:ext cx="10332720" cy="24917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Prepare a clear demonstration plan and sequence.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Verify that the software is working before the presentation.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Prepare sample data and realistic test scenarios.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Check hardware, software, network and database requirements.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Keep screenshots or a backup recording ready in case of technical issues.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Assign presentation and demonstration responsibilities to team members.</a:t>
            </a:r>
          </a:p>
        </p:txBody>
      </p:sp>
      <p:sp>
        <p:nvSpPr>
          <p:cNvPr id="1048603" name="TextBox 5"/>
          <p:cNvSpPr txBox="1"/>
          <p:nvPr/>
        </p:nvSpPr>
        <p:spPr>
          <a:xfrm>
            <a:off x="9875520" y="6446520"/>
            <a:ext cx="474980" cy="218441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30" name=""/>
        <p:cNvGrpSpPr/>
        <p:nvPr/>
      </p:nvGrpSpPr>
      <p:grpSpPr>
        <a:xfrm/>
      </p:grpSpPr>
      <p:sp>
        <p:nvSpPr>
          <p:cNvPr id="1048604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5" name="TextBox 2"/>
          <p:cNvSpPr txBox="1"/>
          <p:nvPr/>
        </p:nvSpPr>
        <p:spPr>
          <a:xfrm>
            <a:off x="640080" y="411480"/>
            <a:ext cx="10881360" cy="73152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4. Demonstration Flow</a:t>
            </a:r>
          </a:p>
        </p:txBody>
      </p:sp>
      <p:sp>
        <p:nvSpPr>
          <p:cNvPr id="1048606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7" name="TextBox 4"/>
          <p:cNvSpPr txBox="1"/>
          <p:nvPr/>
        </p:nvSpPr>
        <p:spPr>
          <a:xfrm>
            <a:off x="914400" y="1600200"/>
            <a:ext cx="10332720" cy="438912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b="1" sz="2000">
                <a:solidFill>
                  <a:srgbClr val="1F375B"/>
                </a:solidFill>
              </a:defRPr>
            </a:pPr>
            <a:r>
              <a:t>1. Introduction – explain project title, purpose and target users.</a:t>
            </a:r>
          </a:p>
          <a:p>
            <a:pPr>
              <a:spcAft>
                <a:spcPts val="900"/>
              </a:spcAft>
              <a:defRPr b="1" sz="2000">
                <a:solidFill>
                  <a:srgbClr val="1F375B"/>
                </a:solidFill>
              </a:defRPr>
            </a:pPr>
            <a:r>
              <a:t>2. Problem Statement – describe the problem addressed by the system.</a:t>
            </a:r>
          </a:p>
          <a:p>
            <a:pPr>
              <a:spcAft>
                <a:spcPts val="900"/>
              </a:spcAft>
              <a:defRPr b="1" sz="2000">
                <a:solidFill>
                  <a:srgbClr val="1F375B"/>
                </a:solidFill>
              </a:defRPr>
            </a:pPr>
            <a:r>
              <a:t>3. Features – introduce the main functions.</a:t>
            </a:r>
          </a:p>
          <a:p>
            <a:pPr>
              <a:spcAft>
                <a:spcPts val="900"/>
              </a:spcAft>
              <a:defRPr b="1" sz="2000">
                <a:solidFill>
                  <a:srgbClr val="1F375B"/>
                </a:solidFill>
              </a:defRPr>
            </a:pPr>
            <a:r>
              <a:t>4. Live Demonstration – show the system step by step.</a:t>
            </a:r>
          </a:p>
          <a:p>
            <a:pPr>
              <a:spcAft>
                <a:spcPts val="900"/>
              </a:spcAft>
              <a:defRPr b="1" sz="2000">
                <a:solidFill>
                  <a:srgbClr val="1F375B"/>
                </a:solidFill>
              </a:defRPr>
            </a:pPr>
            <a:r>
              <a:t>5. Results – explain the output and benefits.</a:t>
            </a:r>
          </a:p>
          <a:p>
            <a:pPr>
              <a:spcAft>
                <a:spcPts val="900"/>
              </a:spcAft>
              <a:defRPr b="1" sz="2000">
                <a:solidFill>
                  <a:srgbClr val="1F375B"/>
                </a:solidFill>
              </a:defRPr>
            </a:pPr>
            <a:r>
              <a:t>6. Feedback &amp; Q&amp;A – answer questions and record suggestions.</a:t>
            </a:r>
          </a:p>
        </p:txBody>
      </p:sp>
      <p:sp>
        <p:nvSpPr>
          <p:cNvPr id="1048608" name="TextBox 5"/>
          <p:cNvSpPr txBox="1"/>
          <p:nvPr/>
        </p:nvSpPr>
        <p:spPr>
          <a:xfrm>
            <a:off x="9875520" y="6446520"/>
            <a:ext cx="1463040" cy="228600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31" name=""/>
        <p:cNvGrpSpPr/>
        <p:nvPr/>
      </p:nvGrpSpPr>
      <p:grpSpPr>
        <a:xfrm/>
      </p:grpSpPr>
      <p:sp>
        <p:nvSpPr>
          <p:cNvPr id="1048609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0" name="TextBox 2"/>
          <p:cNvSpPr txBox="1"/>
          <p:nvPr/>
        </p:nvSpPr>
        <p:spPr>
          <a:xfrm>
            <a:off x="640080" y="411480"/>
            <a:ext cx="10881360" cy="73152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5. Live System Demonstration</a:t>
            </a:r>
          </a:p>
        </p:txBody>
      </p:sp>
      <p:sp>
        <p:nvSpPr>
          <p:cNvPr id="1048611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2" name="TextBox 4"/>
          <p:cNvSpPr txBox="1"/>
          <p:nvPr/>
        </p:nvSpPr>
        <p:spPr>
          <a:xfrm>
            <a:off x="914400" y="1600200"/>
            <a:ext cx="10332720" cy="438912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Start with the main screen or login page.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Show the most important workflow from input to final output.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Use simple and realistic sample data.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Explain each major step while demonstrating it.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Avoid unnecessary features that may distract from the main objective.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Keep the demonstration within the planned time.</a:t>
            </a:r>
          </a:p>
        </p:txBody>
      </p:sp>
      <p:sp>
        <p:nvSpPr>
          <p:cNvPr id="1048613" name="TextBox 5"/>
          <p:cNvSpPr txBox="1"/>
          <p:nvPr/>
        </p:nvSpPr>
        <p:spPr>
          <a:xfrm>
            <a:off x="9875520" y="6446520"/>
            <a:ext cx="1463040" cy="228600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32" name=""/>
        <p:cNvGrpSpPr/>
        <p:nvPr/>
      </p:nvGrpSpPr>
      <p:grpSpPr>
        <a:xfrm/>
      </p:grpSpPr>
      <p:sp>
        <p:nvSpPr>
          <p:cNvPr id="1048614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5" name="TextBox 2"/>
          <p:cNvSpPr txBox="1"/>
          <p:nvPr/>
        </p:nvSpPr>
        <p:spPr>
          <a:xfrm>
            <a:off x="640080" y="411480"/>
            <a:ext cx="10881360" cy="73152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6. Screenshots &amp; Presentation Materials</a:t>
            </a:r>
          </a:p>
        </p:txBody>
      </p:sp>
      <p:sp>
        <p:nvSpPr>
          <p:cNvPr id="1048616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7" name="TextBox 4"/>
          <p:cNvSpPr txBox="1"/>
          <p:nvPr/>
        </p:nvSpPr>
        <p:spPr>
          <a:xfrm>
            <a:off x="914400" y="1600200"/>
            <a:ext cx="10332720" cy="438912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Screenshots can explain important screens when a live demo is not possible.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Use diagrams to explain architecture, data flow or system workflow.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Show before-and-after results where useful.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Keep slides simple with readable text and relevant visuals.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Presentation materials should support the demo rather than replace it.</a:t>
            </a:r>
          </a:p>
        </p:txBody>
      </p:sp>
      <p:sp>
        <p:nvSpPr>
          <p:cNvPr id="1048618" name="TextBox 5"/>
          <p:cNvSpPr txBox="1"/>
          <p:nvPr/>
        </p:nvSpPr>
        <p:spPr>
          <a:xfrm>
            <a:off x="9875520" y="6446520"/>
            <a:ext cx="1463040" cy="228600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33" name=""/>
        <p:cNvGrpSpPr/>
        <p:nvPr/>
      </p:nvGrpSpPr>
      <p:grpSpPr>
        <a:xfrm/>
      </p:grpSpPr>
      <p:sp>
        <p:nvSpPr>
          <p:cNvPr id="1048619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0" name="TextBox 2"/>
          <p:cNvSpPr txBox="1"/>
          <p:nvPr/>
        </p:nvSpPr>
        <p:spPr>
          <a:xfrm>
            <a:off x="640080" y="411480"/>
            <a:ext cx="10881360" cy="73152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7. Feedback &amp; Q&amp;A</a:t>
            </a:r>
          </a:p>
        </p:txBody>
      </p:sp>
      <p:sp>
        <p:nvSpPr>
          <p:cNvPr id="1048621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2" name="TextBox 4"/>
          <p:cNvSpPr txBox="1"/>
          <p:nvPr/>
        </p:nvSpPr>
        <p:spPr>
          <a:xfrm>
            <a:off x="914400" y="1600200"/>
            <a:ext cx="10332720" cy="438912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Stakeholders may ask questions about features, design, security, performance or usability.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Listen carefully and answer based on the actual system.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Record suggestions, defects and requested changes.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Clarify which improvements are possible within the project scope.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Feedback can be used to refine the system before final delivery.</a:t>
            </a:r>
          </a:p>
        </p:txBody>
      </p:sp>
      <p:sp>
        <p:nvSpPr>
          <p:cNvPr id="1048623" name="TextBox 5"/>
          <p:cNvSpPr txBox="1"/>
          <p:nvPr/>
        </p:nvSpPr>
        <p:spPr>
          <a:xfrm>
            <a:off x="9875520" y="6446520"/>
            <a:ext cx="1463040" cy="228600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34" name=""/>
        <p:cNvGrpSpPr/>
        <p:nvPr/>
      </p:nvGrpSpPr>
      <p:grpSpPr>
        <a:xfrm/>
      </p:grpSpPr>
      <p:sp>
        <p:nvSpPr>
          <p:cNvPr id="1048624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5" name="TextBox 2"/>
          <p:cNvSpPr txBox="1"/>
          <p:nvPr/>
        </p:nvSpPr>
        <p:spPr>
          <a:xfrm>
            <a:off x="640080" y="411480"/>
            <a:ext cx="10881360" cy="73152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8. Example – Online Library System</a:t>
            </a:r>
          </a:p>
        </p:txBody>
      </p:sp>
      <p:sp>
        <p:nvSpPr>
          <p:cNvPr id="1048626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7" name="TextBox 4"/>
          <p:cNvSpPr txBox="1"/>
          <p:nvPr/>
        </p:nvSpPr>
        <p:spPr>
          <a:xfrm>
            <a:off x="914400" y="1600200"/>
            <a:ext cx="10332720" cy="438912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Introduce the purpose: manage books and student transactions online.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Demonstrate login → search book → check availability → issue/return book.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Show the database or report output where appropriate.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Explain how the demonstrated workflow satisfies project requirements.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Collect questions and feedback from the reviewer.</a:t>
            </a:r>
          </a:p>
        </p:txBody>
      </p:sp>
      <p:sp>
        <p:nvSpPr>
          <p:cNvPr id="1048628" name="TextBox 5"/>
          <p:cNvSpPr txBox="1"/>
          <p:nvPr/>
        </p:nvSpPr>
        <p:spPr>
          <a:xfrm>
            <a:off x="9875520" y="6446520"/>
            <a:ext cx="1463040" cy="228600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35" name=""/>
        <p:cNvGrpSpPr/>
        <p:nvPr/>
      </p:nvGrpSpPr>
      <p:grpSpPr>
        <a:xfrm/>
      </p:grpSpPr>
      <p:sp>
        <p:nvSpPr>
          <p:cNvPr id="1048629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0" name="TextBox 2"/>
          <p:cNvSpPr txBox="1"/>
          <p:nvPr/>
        </p:nvSpPr>
        <p:spPr>
          <a:xfrm>
            <a:off x="640080" y="411480"/>
            <a:ext cx="10881360" cy="73152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9. Demonstration Checklist</a:t>
            </a:r>
          </a:p>
        </p:txBody>
      </p:sp>
      <p:sp>
        <p:nvSpPr>
          <p:cNvPr id="1048631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2" name="TextBox 4"/>
          <p:cNvSpPr txBox="1"/>
          <p:nvPr/>
        </p:nvSpPr>
        <p:spPr>
          <a:xfrm>
            <a:off x="914400" y="1600200"/>
            <a:ext cx="10332720" cy="438912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✓ Software starts and required services are running.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✓ Sample data is ready.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✓ Main features have been tested.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✓ Internet/network and database connections are checked.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✓ Presentation slides and screenshots are ready.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✓ Backup plan is available for unexpected technical problems.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✓ Team members know their roles and speaking order.</a:t>
            </a:r>
          </a:p>
        </p:txBody>
      </p:sp>
      <p:sp>
        <p:nvSpPr>
          <p:cNvPr id="1048633" name="TextBox 5"/>
          <p:cNvSpPr txBox="1"/>
          <p:nvPr/>
        </p:nvSpPr>
        <p:spPr>
          <a:xfrm>
            <a:off x="9875520" y="6446520"/>
            <a:ext cx="1463040" cy="228600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36" name=""/>
        <p:cNvGrpSpPr/>
        <p:nvPr/>
      </p:nvGrpSpPr>
      <p:grpSpPr>
        <a:xfrm/>
      </p:grpSpPr>
      <p:sp>
        <p:nvSpPr>
          <p:cNvPr id="1048634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5" name="TextBox 2"/>
          <p:cNvSpPr txBox="1"/>
          <p:nvPr/>
        </p:nvSpPr>
        <p:spPr>
          <a:xfrm>
            <a:off x="640080" y="411480"/>
            <a:ext cx="10881360" cy="73152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10. Importance of Demonstration</a:t>
            </a:r>
          </a:p>
        </p:txBody>
      </p:sp>
      <p:sp>
        <p:nvSpPr>
          <p:cNvPr id="1048636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7" name="TextBox 4"/>
          <p:cNvSpPr txBox="1"/>
          <p:nvPr/>
        </p:nvSpPr>
        <p:spPr>
          <a:xfrm>
            <a:off x="914400" y="1600200"/>
            <a:ext cx="10332720" cy="438912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Provides a practical view of how the software works.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Helps stakeholders understand features more easily.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Reveals usability issues and missing expectations.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Creates an opportunity for questions and direct feedback.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Helps confirm that the project is ready for review or acceptance.</a:t>
            </a:r>
          </a:p>
        </p:txBody>
      </p:sp>
      <p:sp>
        <p:nvSpPr>
          <p:cNvPr id="1048638" name="TextBox 5"/>
          <p:cNvSpPr txBox="1"/>
          <p:nvPr/>
        </p:nvSpPr>
        <p:spPr>
          <a:xfrm>
            <a:off x="9875520" y="6446520"/>
            <a:ext cx="1463040" cy="228600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37" name=""/>
        <p:cNvGrpSpPr/>
        <p:nvPr/>
      </p:nvGrpSpPr>
      <p:grpSpPr>
        <a:xfrm/>
      </p:grpSpPr>
      <p:sp>
        <p:nvSpPr>
          <p:cNvPr id="1048639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0" name="TextBox 2"/>
          <p:cNvSpPr txBox="1"/>
          <p:nvPr/>
        </p:nvSpPr>
        <p:spPr>
          <a:xfrm>
            <a:off x="640080" y="411480"/>
            <a:ext cx="10881360" cy="73152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11. Conclusion</a:t>
            </a:r>
          </a:p>
        </p:txBody>
      </p:sp>
      <p:sp>
        <p:nvSpPr>
          <p:cNvPr id="1048641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2" name="TextBox 4"/>
          <p:cNvSpPr txBox="1"/>
          <p:nvPr/>
        </p:nvSpPr>
        <p:spPr>
          <a:xfrm>
            <a:off x="914400" y="1600200"/>
            <a:ext cx="10332720" cy="438912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The Project Demonstration Phase presents the working software to stakeholders in a clear and organized way.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A successful demonstration combines preparation, live functionality, supporting materials and effective communication.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Feedback from the demonstration can help improve the final product.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Proper demonstration makes the project's work, results and value easier to understand.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Thank You</a:t>
            </a:r>
          </a:p>
        </p:txBody>
      </p:sp>
      <p:sp>
        <p:nvSpPr>
          <p:cNvPr id="1048643" name="TextBox 5"/>
          <p:cNvSpPr txBox="1"/>
          <p:nvPr/>
        </p:nvSpPr>
        <p:spPr>
          <a:xfrm>
            <a:off x="9875520" y="6446520"/>
            <a:ext cx="1463040" cy="228600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Macintosh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RMX2151</dc:creator>
  <cp:lastModifiedBy>Steve Canny</cp:lastModifiedBy>
  <dcterms:created xsi:type="dcterms:W3CDTF">2013-01-26T22:14:16Z</dcterms:created>
  <dcterms:modified xsi:type="dcterms:W3CDTF">2026-10-01T10:32:41Z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88063f1f5ce045bd878d696fc6517822_23</vt:lpwstr>
  </property>
</Properties>
</file>